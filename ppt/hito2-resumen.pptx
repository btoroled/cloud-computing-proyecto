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Sistema distribuido de gestión</a:t>
            </a:r>
          </a:p>
          <a:p>
            <a:pPr>
              <a:defRPr sz="2600">
                <a:solidFill>
                  <a:srgbClr val="C97A12"/>
                </a:solidFill>
              </a:defRPr>
            </a:pPr>
            <a:r>
              <a:t>Aeropuerto Internacional Jorge Chávez</a:t>
            </a:r>
          </a:p>
          <a:p>
            <a:pPr>
              <a:defRPr sz="1600">
                <a:solidFill>
                  <a:srgbClr val="CCCCDD"/>
                </a:solidFill>
              </a:defRPr>
            </a:pPr>
            <a:r>
              <a:t>Hito 2 — CS2032 Cloud Computing · Ciclo 2026-2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AAACC"/>
                </a:solidFill>
              </a:defRPr>
            </a:pPr>
            <a:r>
              <a:t>Equipo Cloud-MLA — Benja (Líder/Arquitecto) · Guillermo · Mariano · Edinson · Fabricio · Alexander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Introducción y objetivos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Arquitectura de la solución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Backend — 5 microservicios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Transformaciones del modelo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Frontend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Data Science — ingesta, Glue, Athena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Despliegue y seguridad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Repositorios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</a:defRPr>
            </a:pPr>
            <a:r>
              <a:t>• Conclusiones y 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Introducción y objetivos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Benjamín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Modelo de datos del Aeropuerto Jorge Chávez (Base de Datos I), descompuesto en 5 microservicios sobre AWS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MS1 Pasajeros/Tickets (Python+MySQL) · MS2 Vuelos (Java+PostgreSQL) · MS3 Infraestructura (Node+MongoDB)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MS4 Manifiesto de vuelo, sin BD propia (agrega MS1+MS2+MS3) · MS5 Analítico sobre Amazon Athena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Frontend SPA consumiendo los 5 servicios + pipeline de Data Science (ingesta → Glue → Athena)</a:t>
            </a:r>
          </a:p>
          <a:p>
            <a:pPr lvl="1"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– Objetivo: demostrar cada requisito con evidencia real (curl, COUNT(*), logs), no solo en el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Arquitectura de la solución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Benjamín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VPC aeropuerto (10.0.0.0/16), 2 subredes públicas + 2 privadas, 2 AZ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Única entrada pública: Amazon API Gateway (HTTPS) → VPC Link → ALB interno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2 VM-PROD idénticas (nginx + MS1..MS5) detrás del ALB; VM-DB (MySQL+PostgreSQL+MongoDB) sin IP pública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VM-INGESTA copia los datos operacionales al data lake en S3; NAT Gateway como única salida de las subredes privadas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Registro de imágenes: Docker Hub (migrado de GHCR el 22-Set por problemas de visibilidad privada)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Diagrama de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quitectura-solucion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294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Decisiones de infraestructura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Benjamín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sg-vm-prod solo acepta tráfico de sg-alb — sin puertos abiertos a 0.0.0.0/0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sg-vm-db solo acepta desde sg-vm-prod y sg-vm-ingesta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Bucket S3 gestionado por CLI, no por Terraform — una SCP de organización del Learner Lab bloqueaba el provider al leer Object Lock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Terraform 100% reproducible: el despliegue final corre en una cuenta distinta a la original, sin rediseñar 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Backend — 5 microservicios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MS1 Pasajeros/Tickets — Python + FastAPI + MySQL 8 (Guillermo)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MS2 Vuelos/Operaciones — Java + Spring Boot + PostgreSQL 16 (Mariano)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MS3 Infraestructura/Incidencias — Node + Express + MongoDB 7 (Edinson)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MS4 Manifiesto de vuelo, sin BD — Python + FastAPI (Fabricio)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MS5 Analítico — Python + FastAPI + boto3 + Amazon Athena (Fabricio)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3 lenguajes, 3 motores de BD distintos — cumplido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Consumo real entre microservicios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MS1 → MS2: POST /tickets valida el vuelo con GET /vuelos/{id}/exists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MS3 → MS2: POST /incidencias valida el vuelo antes de crear la incidencia</a:t>
            </a:r>
          </a:p>
          <a:p>
            <a:pPr lvl="1"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– Verificado 22-Set: log real "[MS3-&gt;MS2] GET http://ms2:8002/api/vuelos/999999/exists" → 502 DEPENDENCIA_ERROR (contrato propio)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MS4 → MS1/MS2/MS3: GET /manifiesto/{vuelo_id} agrega y consolida la respuesta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Contrato de error común (docs/contratos/errores.md) en las 5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Carga masiva — evidencia COUNT(*)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MySQL (MS1) — ticket: 25 000 filas (184 394 filas totales cargadas)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PostgreSQL (MS2) — vuelo: 20 500 filas (21 000 asientos)</a:t>
            </a:r>
          </a:p>
          <a:p>
            <a:pPr lvl="1"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– Verificado con COUNT(*) independiente contra la BD real en producción, 23-Set-2026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MongoDB (MS3) — incidencias: pendiente, bloqueado por falta de seed/ingesta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Transformaciones del modelo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Fabricio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Modelo monolítico de Base de Datos I repartido en 3 fuentes operacionales independientes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Persona partida: identidad base + extensión por rol (pasajero, empleado) según el microservicio dueño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Referencias entre servicios pasan de FK reales a "referencias suaves" validadas por HTTP (no por el motor de BD)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Detalle completo en informe/latex/secciones/04-transformaciones.tex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Frontend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Alexander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SPA en React + Vite + TypeScript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4 vistas: consulta de vuelo/manifiesto · emisión de ticket/check-in · recursos e incidencias · dashboard analítico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Matriz de cobertura REST: los 5 microservicios, ≥2 métodos por servicio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Despliegue: Amplify (bloqueado hoy por política de la cuenta AWS — pendiente confirmar desde consola web o activar contingencia S3+CloudFront)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 Science — ingesta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Fabricio + equipo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3 contenedores de ingesta: ingesta-ms1 (Guillermo), ingesta-ms2 (Mariano), ingesta-ms3 (Edinson, pendiente)</a:t>
            </a:r>
          </a:p>
          <a:p>
            <a:pPr lvl="1"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– Desplegados y corridos de verdad en VM-INGESTA el 22/23-Set contra la VM-DB real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raw/ms1/ y raw/ms2/ en S3 con datos reales (184k+ y 20.5k+ filas respectivamente)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raw/ms3/ pendiente — sin seed ni ingesta todavía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 Science — catálogo y consultas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Catálogo Glue aeropuerto_lake: crawlers por prefijo raw/ms1, ms2, ms3</a:t>
            </a:r>
          </a:p>
          <a:p>
            <a:pPr lvl="1"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– ms2: 8 tablas catalogadas (aerolinea, aeronave, asiento, empleado, vuelo, tripulacion, opera_tripulacion, operativo_tierra)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5 consultas de negocio (Q1–Q5) con JOIN + 2 vistas (recaudación TUUA, retrasos hora punta) listas en Athena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E/R del catálogo: 19 tablas propuestas de 3 fuentes (borrador de Fabricio, revisión cruzada pendiente)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Despliegue y seguridad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Benjamín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2 VM-PROD con docker compose (nginx + 5 MS) detrás de un ALB interno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6 contenedores por VM en estado healthy (healthcheck activo, no solo "corriendo")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Backups formalizados: scripts/backup-db.sh — probado con datos reales (MySQL 3.6MB, Postgres 14KB, Mongo 2KB)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Smoke test automatizado (scripts/smoke-e2e.sh): público responde, privado bloqueado — en verde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Evidencia de privacidad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curl a la URL pública de API Gateway → 200 OK, desde fuera de la VPC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Acceso directo a las IP públicas de VM-PROD → timeout (sg-vm-prod cerrado)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nc al DNS del ALB interno desde fuera → connection refused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VM-DB y VM-INGESTA: sin IP pública en ningún momento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Repositorios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Benjamín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9 repos públicos en GitHub, verificados con la API (sin login)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cloud-computing-proyecto (docs) · ms1..ms5 · aeropuerto-frontend · aeropuerto-data-science · aeropuerto-infra-deploy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INDEX.md con las 9 URLs — ver también docs/plan/personas/ para el detalle de avance por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Conclusiones y estado actual</a:t>
            </a:r>
          </a:p>
          <a:p>
            <a:pPr>
              <a:defRPr sz="1500">
                <a:solidFill>
                  <a:srgbClr val="C97A12"/>
                </a:solidFill>
              </a:defRPr>
            </a:pPr>
            <a:r>
              <a:t>Responsable: Benjamín y equipo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Completo con evidencia real: infra desplegada, API Gateway público, MS1+MS2 con carga masiva e ingesta a S3, catálogo Glue de MS2, MS3→MS2 verificado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Contingencias aplicadas: Docker Hub en vez de GHCR · bucket S3 gestionado por CLI · despliegue en cuenta AWS de respaldo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Pendiente: ingesta-ms3 (Edinson) · confirmación de Amplify o contingencia S3+CloudFront · consultas Athena finales · consolidación del informe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Entrega: Hito 2 aplazado a Mar 23-Set 23:59 · exposición presencial y demo en vivo: Semana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Demo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7940"/>
          </a:xfrm>
          <a:prstGeom prst="rect">
            <a:avLst/>
          </a:prstGeom>
          <a:solidFill>
            <a:srgbClr val="C9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A1A2E"/>
                </a:solidFill>
              </a:defRPr>
            </a:pPr>
            <a:r>
              <a:t>• URL pública: API Gateway de producción</a:t>
            </a:r>
          </a:p>
          <a:p>
            <a:pPr>
              <a:spcAft>
                <a:spcPts val="1000"/>
              </a:spcAft>
              <a:defRPr sz="2200">
                <a:solidFill>
                  <a:srgbClr val="1A1A2E"/>
                </a:solidFill>
              </a:defRPr>
            </a:pPr>
            <a:r>
              <a:t>• Guion completo en informe/guion-demo.md</a:t>
            </a:r>
          </a:p>
          <a:p>
            <a:pPr>
              <a:spcAft>
                <a:spcPts val="1000"/>
              </a:spcAft>
              <a:defRPr sz="2200">
                <a:solidFill>
                  <a:srgbClr val="1A1A2E"/>
                </a:solidFill>
              </a:defRPr>
            </a:pPr>
            <a:r>
              <a:t>• Ensayo general pendiente de agendar con todo 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CS2032 Cloud Computing · Aeropuerto Internacional Jorge Chávez · Hito 2 —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